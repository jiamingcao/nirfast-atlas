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F7C9-E017-B432-F5BE-00FFC5DFF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1AF43-7630-8E70-79A0-43DC828DB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59D01-AFEF-053C-2376-A0D1B9E9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14962-7863-0D06-99FE-7A5CB595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6E97-AEA7-F65E-0624-119CA8C76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1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0A17-6EA4-3747-A2F4-C4F25F35A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4DD68-7C79-E4CC-4BB2-2E2D3466C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4C393-24B7-8D16-D31B-972ED980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9C77-0058-DC62-7359-17FE7418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4E43B-3BD7-1DCE-E47D-4FA73DEAA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0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1FD9-5B5C-6036-A9C6-2E96A8BA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56A50-FF7A-F72A-015A-6EF0A88FB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64477-F53D-BB8B-60D0-83493C8E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2C1AD-A78A-7DE9-D456-8FA8BB79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DC814-1D70-AAA5-D62C-F987C9FE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9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DFFC-7726-9336-E528-853826B8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3957B-70E4-46A1-61F7-F1763970A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DC6D5-CC76-1673-7767-43AAF1FE2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D6D14-D938-D400-659B-29E4759CA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5EF02-F3E3-0124-0AE9-4FD43790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2B76F-4761-FEEF-2A91-6D2A560D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5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479A9-E5DB-2CD1-95E3-E30AD394C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BAC43-9B13-CFDF-0D28-A2E986E31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C8F5-F18A-216F-4272-85349A586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27428-65D8-FC18-33DA-1A57D860F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4AF1B-F1E9-5FF0-9CEF-382A7254D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97205-36D0-A745-A826-A5960F52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7C8FF-FAB6-5F43-831A-E4EC80DF6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33158-4016-70AD-B92F-61F353D6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4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7B7C-AD5C-79D4-09A5-F9B11DC2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B944D-2181-F669-6F7F-C281D677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96C6D-05A1-2F9F-81A6-ACE83A8F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F64F9-2450-FF64-303D-65F2CD29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1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60C1C2-A71E-FE2A-16A7-5F9B625B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F7AE5-493B-46AF-DD97-621BAF11B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C3243-BB5E-7123-16BF-AED1E4D8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8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FC7C-1F6D-7C4E-E2A3-6DF6F1A2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FF6F3-4E0A-8244-67BF-13F2AAD06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59DA5-CBBD-5DC6-3EC7-6D2F3B302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5BBB2-1B96-3A90-EB8A-89AC47A7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5793F-F8A0-DCCA-30B8-5BCA3E9E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AC8BD-7948-E02C-5ED5-9ADB501B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9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7586-04AD-6115-183F-6D4BA653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FB593-2D17-2BD9-8C52-AE546206A87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8B10A-0C3F-C122-19F2-883608E03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52B99-52AB-A865-9F6D-A56306F1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D6EEC-D74E-2C20-7AC1-1EE8DCCB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04724-5B93-48BC-EED9-58A571F1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6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CAA5-EB5D-A6FC-69AA-8A782DFF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93BA6-D94E-228B-7E84-F09232119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0638A-86DA-6FF2-43D7-782309BA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33706-81A6-DF5B-7662-DFA43A9D2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AB95-F593-1729-6713-894E259E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4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71295-7A18-D77D-CE77-BE22E2851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A65C9-C210-D708-106A-B6CBAB294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6E026-3072-FBE3-C415-A37F2039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0747C-6102-6475-C0FA-59418AE5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A5D67-C40D-6E29-8F18-047D7C58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1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48389-9C83-D14E-BEA1-6C215B86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5496E-0B48-84DE-4B93-4C314AE1A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F7359-43F3-E8AC-AA4F-0472278F7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B9D53-5E58-A74B-A886-01047DBF6085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03905-831D-AB42-C673-1F98F410D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F663E-0390-9137-F8EF-C8CC73499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AE637-3233-134E-A011-EBAD15461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DC118-BDF4-B874-C7DB-AC5229C411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run the tutorials on 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5053D-7A0E-19C3-BB50-7D8BC3362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206A-9F84-EBAC-55A0-C2EED44A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B8A35-867F-718C-3738-7456323F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15975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First of all, you must have a Google account</a:t>
            </a:r>
          </a:p>
          <a:p>
            <a:r>
              <a:rPr lang="en-US" dirty="0"/>
              <a:t>Three tutorials are provided, which should have been sent to you via email. Click on the links, and everything should be ready to go</a:t>
            </a:r>
          </a:p>
          <a:p>
            <a:r>
              <a:rPr lang="en-US" dirty="0"/>
              <a:t>You don’t have to manually download any other files at this point, if you choose to use Google </a:t>
            </a:r>
            <a:r>
              <a:rPr lang="en-US" dirty="0" err="1"/>
              <a:t>Colab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9EC96-003F-A210-C4D0-7BA1F15D8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978" y="3118401"/>
            <a:ext cx="7261578" cy="349382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1AF5A12-2D27-72D4-50C2-2714F3A05276}"/>
              </a:ext>
            </a:extLst>
          </p:cNvPr>
          <p:cNvSpPr/>
          <p:nvPr/>
        </p:nvSpPr>
        <p:spPr>
          <a:xfrm>
            <a:off x="3646311" y="3429000"/>
            <a:ext cx="767645" cy="20602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C42921-4AED-E81F-5473-A019BC01AB1F}"/>
              </a:ext>
            </a:extLst>
          </p:cNvPr>
          <p:cNvCxnSpPr/>
          <p:nvPr/>
        </p:nvCxnSpPr>
        <p:spPr>
          <a:xfrm flipV="1">
            <a:off x="4301067" y="3296356"/>
            <a:ext cx="349955" cy="1326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455D11-032F-011E-8B52-C60A9992B23C}"/>
              </a:ext>
            </a:extLst>
          </p:cNvPr>
          <p:cNvSpPr txBox="1"/>
          <p:nvPr/>
        </p:nvSpPr>
        <p:spPr>
          <a:xfrm>
            <a:off x="4148935" y="2881713"/>
            <a:ext cx="621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You may choose to save a copy to your personal Google Drive</a:t>
            </a:r>
          </a:p>
        </p:txBody>
      </p:sp>
    </p:spTree>
    <p:extLst>
      <p:ext uri="{BB962C8B-B14F-4D97-AF65-F5344CB8AC3E}">
        <p14:creationId xmlns:p14="http://schemas.microsoft.com/office/powerpoint/2010/main" val="259273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6AB41E7-0307-63FF-9B46-72815673E6B5}"/>
              </a:ext>
            </a:extLst>
          </p:cNvPr>
          <p:cNvSpPr txBox="1">
            <a:spLocks/>
          </p:cNvSpPr>
          <p:nvPr/>
        </p:nvSpPr>
        <p:spPr>
          <a:xfrm>
            <a:off x="725311" y="1630891"/>
            <a:ext cx="10515600" cy="17981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Alternatively, you can download the tutorials first. After that, you have two options</a:t>
            </a:r>
          </a:p>
          <a:p>
            <a:pPr lvl="1"/>
            <a:r>
              <a:rPr lang="en-US" dirty="0"/>
              <a:t>Run locally using Jupyter Notebook, Jupyter Lab, or VS Code</a:t>
            </a:r>
          </a:p>
          <a:p>
            <a:pPr lvl="1"/>
            <a:r>
              <a:rPr lang="en-US" dirty="0"/>
              <a:t>Manually upload to your own </a:t>
            </a:r>
            <a:r>
              <a:rPr lang="en-US" dirty="0" err="1"/>
              <a:t>Colab</a:t>
            </a:r>
            <a:r>
              <a:rPr lang="en-US" dirty="0"/>
              <a:t> session, and run from there</a:t>
            </a:r>
          </a:p>
        </p:txBody>
      </p:sp>
    </p:spTree>
    <p:extLst>
      <p:ext uri="{BB962C8B-B14F-4D97-AF65-F5344CB8AC3E}">
        <p14:creationId xmlns:p14="http://schemas.microsoft.com/office/powerpoint/2010/main" val="347184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654A-F818-B1E8-1685-97A4DB7D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a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EB1BA-91E5-D98C-A7CA-31AA1A540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267"/>
            <a:ext cx="10515600" cy="567619"/>
          </a:xfrm>
        </p:spPr>
        <p:txBody>
          <a:bodyPr/>
          <a:lstStyle/>
          <a:p>
            <a:r>
              <a:rPr lang="en-US" dirty="0"/>
              <a:t>We need to use the GPU for the </a:t>
            </a:r>
            <a:r>
              <a:rPr lang="en-US" dirty="0" err="1"/>
              <a:t>head_model_example</a:t>
            </a:r>
            <a:r>
              <a:rPr lang="en-US" dirty="0"/>
              <a:t>. To do so,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5F245-A0DA-9057-560F-4F252B1D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027" y="2003069"/>
            <a:ext cx="7138106" cy="445081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199CE4C-FB9C-9BCD-2ADD-D8EF17BA1E3C}"/>
              </a:ext>
            </a:extLst>
          </p:cNvPr>
          <p:cNvSpPr/>
          <p:nvPr/>
        </p:nvSpPr>
        <p:spPr>
          <a:xfrm>
            <a:off x="3036710" y="2111019"/>
            <a:ext cx="406401" cy="20602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E89D17-2BBC-C9C8-23FE-A7CB98EA55DC}"/>
              </a:ext>
            </a:extLst>
          </p:cNvPr>
          <p:cNvCxnSpPr>
            <a:cxnSpLocks/>
          </p:cNvCxnSpPr>
          <p:nvPr/>
        </p:nvCxnSpPr>
        <p:spPr>
          <a:xfrm>
            <a:off x="3556000" y="2350908"/>
            <a:ext cx="3402188" cy="22535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C00683F-E04F-D365-9FE3-CB507A911310}"/>
              </a:ext>
            </a:extLst>
          </p:cNvPr>
          <p:cNvSpPr/>
          <p:nvPr/>
        </p:nvSpPr>
        <p:spPr>
          <a:xfrm>
            <a:off x="6958188" y="4604453"/>
            <a:ext cx="767645" cy="20602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1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FC654B-8A70-8458-4AC5-EE27789CBA99}"/>
              </a:ext>
            </a:extLst>
          </p:cNvPr>
          <p:cNvSpPr txBox="1"/>
          <p:nvPr/>
        </p:nvSpPr>
        <p:spPr>
          <a:xfrm>
            <a:off x="406400" y="406400"/>
            <a:ext cx="554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Now, click the “Connect” button in the top right corner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5C578C-4668-E0BB-824F-54FD4B255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0" y="1089788"/>
            <a:ext cx="10805173" cy="52452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5C6A7B5-78E7-F748-2AAC-BE3F045C8808}"/>
              </a:ext>
            </a:extLst>
          </p:cNvPr>
          <p:cNvSpPr/>
          <p:nvPr/>
        </p:nvSpPr>
        <p:spPr>
          <a:xfrm>
            <a:off x="10464800" y="1352049"/>
            <a:ext cx="767645" cy="20602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E74F68-33B7-7D15-A058-82C15E9FFA13}"/>
              </a:ext>
            </a:extLst>
          </p:cNvPr>
          <p:cNvSpPr txBox="1"/>
          <p:nvPr/>
        </p:nvSpPr>
        <p:spPr>
          <a:xfrm>
            <a:off x="406400" y="1928367"/>
            <a:ext cx="8581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 a few moments for it to connect to the session. The button will then look like this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7EF662-1960-6177-CC17-B44CE53DB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523" y="2249721"/>
            <a:ext cx="2006600" cy="7112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93D9B29-9B9D-D675-39E5-145164D6F2EE}"/>
              </a:ext>
            </a:extLst>
          </p:cNvPr>
          <p:cNvSpPr/>
          <p:nvPr/>
        </p:nvSpPr>
        <p:spPr>
          <a:xfrm>
            <a:off x="10464800" y="2548875"/>
            <a:ext cx="767645" cy="41204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DAA9E1-19E4-DCA5-123C-D2E6DFD98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54" y="3933769"/>
            <a:ext cx="3378200" cy="13345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DEFBF8-72DB-01ED-57F9-7E9190E987AE}"/>
              </a:ext>
            </a:extLst>
          </p:cNvPr>
          <p:cNvSpPr txBox="1"/>
          <p:nvPr/>
        </p:nvSpPr>
        <p:spPr>
          <a:xfrm>
            <a:off x="745067" y="3361237"/>
            <a:ext cx="363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the play button to run the cell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00A29-2D8C-5A76-384F-8934B44F009D}"/>
              </a:ext>
            </a:extLst>
          </p:cNvPr>
          <p:cNvSpPr txBox="1"/>
          <p:nvPr/>
        </p:nvSpPr>
        <p:spPr>
          <a:xfrm>
            <a:off x="4809597" y="3361237"/>
            <a:ext cx="5069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Ignore the warning, and you should be good to go!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05F4BA-8C80-2F9E-0E25-143F6A2AD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9693" y="3897080"/>
            <a:ext cx="4933246" cy="182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3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EB41B0-1016-0F67-6A3C-3F4B5726B964}"/>
              </a:ext>
            </a:extLst>
          </p:cNvPr>
          <p:cNvSpPr txBox="1"/>
          <p:nvPr/>
        </p:nvSpPr>
        <p:spPr>
          <a:xfrm>
            <a:off x="406399" y="406400"/>
            <a:ext cx="11345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Once you’ve finished the </a:t>
            </a:r>
            <a:r>
              <a:rPr lang="en-US" dirty="0" err="1"/>
              <a:t>create_head_model</a:t>
            </a:r>
            <a:r>
              <a:rPr lang="en-US" dirty="0"/>
              <a:t> tutorial, you need to download the resulting mesh, which will be used again in the </a:t>
            </a:r>
            <a:r>
              <a:rPr lang="en-US" dirty="0" err="1"/>
              <a:t>head_model_example</a:t>
            </a:r>
            <a:r>
              <a:rPr lang="en-US" dirty="0"/>
              <a:t> tutorial.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11E7A-DBF8-7ECA-D6C8-E370BA8A9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61" y="1052731"/>
            <a:ext cx="2425700" cy="27559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BFE8D65-37A1-1879-49B5-4DC58F2815A8}"/>
              </a:ext>
            </a:extLst>
          </p:cNvPr>
          <p:cNvSpPr/>
          <p:nvPr/>
        </p:nvSpPr>
        <p:spPr>
          <a:xfrm>
            <a:off x="4572000" y="3341511"/>
            <a:ext cx="936978" cy="21448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134B8-D031-522F-96C5-0AFEAF803B03}"/>
              </a:ext>
            </a:extLst>
          </p:cNvPr>
          <p:cNvSpPr txBox="1"/>
          <p:nvPr/>
        </p:nvSpPr>
        <p:spPr>
          <a:xfrm>
            <a:off x="5664476" y="3311920"/>
            <a:ext cx="203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Download this one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21AC76-0A93-BD2F-065D-995184A283B8}"/>
              </a:ext>
            </a:extLst>
          </p:cNvPr>
          <p:cNvSpPr/>
          <p:nvPr/>
        </p:nvSpPr>
        <p:spPr>
          <a:xfrm>
            <a:off x="3923593" y="2579511"/>
            <a:ext cx="468489" cy="254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97FEB6-4709-C666-8783-EEF93050F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461" y="4422422"/>
            <a:ext cx="2816578" cy="2405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4AE962-37A4-0431-3240-48CEC1B0F1E8}"/>
              </a:ext>
            </a:extLst>
          </p:cNvPr>
          <p:cNvSpPr txBox="1"/>
          <p:nvPr/>
        </p:nvSpPr>
        <p:spPr>
          <a:xfrm>
            <a:off x="406398" y="3776091"/>
            <a:ext cx="11345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Once you’ve finished the </a:t>
            </a:r>
            <a:r>
              <a:rPr lang="en-US" dirty="0" err="1"/>
              <a:t>create_head_model</a:t>
            </a:r>
            <a:r>
              <a:rPr lang="en-US" dirty="0"/>
              <a:t> tutorial, you need to download the resulting mesh, which will be used again in the </a:t>
            </a:r>
            <a:r>
              <a:rPr lang="en-US" dirty="0" err="1"/>
              <a:t>head_model_example</a:t>
            </a:r>
            <a:r>
              <a:rPr lang="en-US" dirty="0"/>
              <a:t> tutorial.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DB18E1-AB9C-7F59-0550-EA1ACD2F761B}"/>
              </a:ext>
            </a:extLst>
          </p:cNvPr>
          <p:cNvSpPr/>
          <p:nvPr/>
        </p:nvSpPr>
        <p:spPr>
          <a:xfrm>
            <a:off x="4392082" y="4814753"/>
            <a:ext cx="468489" cy="254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B85D2-90C4-1F88-0492-5C1695D32495}"/>
              </a:ext>
            </a:extLst>
          </p:cNvPr>
          <p:cNvSpPr txBox="1"/>
          <p:nvPr/>
        </p:nvSpPr>
        <p:spPr>
          <a:xfrm>
            <a:off x="4860571" y="4574169"/>
            <a:ext cx="191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Upload from here</a:t>
            </a:r>
          </a:p>
        </p:txBody>
      </p:sp>
    </p:spTree>
    <p:extLst>
      <p:ext uri="{BB962C8B-B14F-4D97-AF65-F5344CB8AC3E}">
        <p14:creationId xmlns:p14="http://schemas.microsoft.com/office/powerpoint/2010/main" val="591626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263</Words>
  <Application>Microsoft Macintosh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How to run the tutorials on Google Colab</vt:lpstr>
      <vt:lpstr>Prerequisites</vt:lpstr>
      <vt:lpstr>PowerPoint Presentation</vt:lpstr>
      <vt:lpstr>Start a session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jiamingc</dc:creator>
  <cp:lastModifiedBy>jiamingc</cp:lastModifiedBy>
  <cp:revision>4</cp:revision>
  <dcterms:created xsi:type="dcterms:W3CDTF">2026-10-09T09:02:27Z</dcterms:created>
  <dcterms:modified xsi:type="dcterms:W3CDTF">2026-10-09T12:36:41Z</dcterms:modified>
</cp:coreProperties>
</file>