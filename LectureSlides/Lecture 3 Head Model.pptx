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59" r:id="rId3"/>
    <p:sldId id="464" r:id="rId4"/>
    <p:sldId id="460" r:id="rId5"/>
    <p:sldId id="461" r:id="rId6"/>
    <p:sldId id="462" r:id="rId7"/>
    <p:sldId id="652" r:id="rId8"/>
    <p:sldId id="463" r:id="rId9"/>
    <p:sldId id="6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8ABDAF-CA91-9511-FBB9-B001F5BA1CEA}" name="Robin Dale (PhD School of Computer Sci FT)" initials="RD" userId="S::rbd079@student.bham.ac.uk::66f06dfd-099f-4024-a589-019b660d13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0B9"/>
    <a:srgbClr val="554167"/>
    <a:srgbClr val="7EA6E0"/>
    <a:srgbClr val="EA6B66"/>
    <a:srgbClr val="E30513"/>
    <a:srgbClr val="2581C4"/>
    <a:srgbClr val="C59A00"/>
    <a:srgbClr val="B8A63A"/>
    <a:srgbClr val="ABA44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48" autoAdjust="0"/>
    <p:restoredTop sz="88537" autoAdjust="0"/>
  </p:normalViewPr>
  <p:slideViewPr>
    <p:cSldViewPr snapToGrid="0">
      <p:cViewPr varScale="1">
        <p:scale>
          <a:sx n="99" d="100"/>
          <a:sy n="99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FC20C3-D2A0-4D39-833C-1FEF107D604E}" type="doc">
      <dgm:prSet loTypeId="urn:microsoft.com/office/officeart/2005/8/layout/process1" loCatId="process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C8972FBC-80C4-4CD8-87E8-0C28455A4252}">
      <dgm:prSet phldrT="[文本]"/>
      <dgm:spPr/>
      <dgm:t>
        <a:bodyPr/>
        <a:lstStyle/>
        <a:p>
          <a:r>
            <a:rPr lang="en-US" altLang="zh-CN" dirty="0"/>
            <a:t>MRI scans</a:t>
          </a:r>
          <a:endParaRPr lang="en-GB" dirty="0"/>
        </a:p>
      </dgm:t>
    </dgm:pt>
    <dgm:pt modelId="{51779321-4E3F-4785-8607-27C81117FF3D}" type="parTrans" cxnId="{952C5794-6650-4499-897C-FC8A7272C96F}">
      <dgm:prSet/>
      <dgm:spPr/>
      <dgm:t>
        <a:bodyPr/>
        <a:lstStyle/>
        <a:p>
          <a:endParaRPr lang="en-GB"/>
        </a:p>
      </dgm:t>
    </dgm:pt>
    <dgm:pt modelId="{3904133F-4687-4271-8723-312FFFC9B2C9}" type="sibTrans" cxnId="{952C5794-6650-4499-897C-FC8A7272C96F}">
      <dgm:prSet/>
      <dgm:spPr/>
      <dgm:t>
        <a:bodyPr/>
        <a:lstStyle/>
        <a:p>
          <a:endParaRPr lang="en-GB"/>
        </a:p>
      </dgm:t>
    </dgm:pt>
    <dgm:pt modelId="{626AD6F2-100B-47E8-8C74-1B6C5603B6D1}">
      <dgm:prSet phldrT="[文本]"/>
      <dgm:spPr>
        <a:solidFill>
          <a:srgbClr val="00B050"/>
        </a:solidFill>
      </dgm:spPr>
      <dgm:t>
        <a:bodyPr/>
        <a:lstStyle/>
        <a:p>
          <a:r>
            <a:rPr lang="en-US" altLang="zh-CN" dirty="0"/>
            <a:t>SPM</a:t>
          </a:r>
          <a:endParaRPr lang="en-GB" dirty="0"/>
        </a:p>
      </dgm:t>
    </dgm:pt>
    <dgm:pt modelId="{3D5EF385-3B53-4DB3-9957-FAFDB3AC2C75}" type="parTrans" cxnId="{4EEF3C08-C6C6-46CE-AF31-DBE620C39274}">
      <dgm:prSet/>
      <dgm:spPr/>
      <dgm:t>
        <a:bodyPr/>
        <a:lstStyle/>
        <a:p>
          <a:endParaRPr lang="en-GB"/>
        </a:p>
      </dgm:t>
    </dgm:pt>
    <dgm:pt modelId="{8D15121A-6B84-4E59-9B1D-15D4F69AF75F}" type="sibTrans" cxnId="{4EEF3C08-C6C6-46CE-AF31-DBE620C39274}">
      <dgm:prSet/>
      <dgm:spPr/>
      <dgm:t>
        <a:bodyPr/>
        <a:lstStyle/>
        <a:p>
          <a:endParaRPr lang="en-GB"/>
        </a:p>
      </dgm:t>
    </dgm:pt>
    <dgm:pt modelId="{D29EDD77-6F03-47A0-BD45-DFA28EAF963D}">
      <dgm:prSet phldrT="[文本]"/>
      <dgm:spPr/>
      <dgm:t>
        <a:bodyPr/>
        <a:lstStyle/>
        <a:p>
          <a:r>
            <a:rPr lang="en-US" altLang="zh-CN" dirty="0"/>
            <a:t>Segmented </a:t>
          </a:r>
        </a:p>
        <a:p>
          <a:r>
            <a:rPr lang="en-US" altLang="zh-CN" dirty="0"/>
            <a:t>scans</a:t>
          </a:r>
          <a:endParaRPr lang="en-GB" dirty="0"/>
        </a:p>
      </dgm:t>
    </dgm:pt>
    <dgm:pt modelId="{BD43626C-C7C3-42A2-8AD0-89D51A31B9F7}" type="sibTrans" cxnId="{D1E841CE-5C97-4A8A-870C-55B7F0AD783C}">
      <dgm:prSet/>
      <dgm:spPr/>
      <dgm:t>
        <a:bodyPr/>
        <a:lstStyle/>
        <a:p>
          <a:endParaRPr lang="en-GB"/>
        </a:p>
      </dgm:t>
    </dgm:pt>
    <dgm:pt modelId="{C8BA9855-5C71-4ACC-9B96-92E449A4DA43}" type="parTrans" cxnId="{D1E841CE-5C97-4A8A-870C-55B7F0AD783C}">
      <dgm:prSet/>
      <dgm:spPr/>
      <dgm:t>
        <a:bodyPr/>
        <a:lstStyle/>
        <a:p>
          <a:endParaRPr lang="en-GB"/>
        </a:p>
      </dgm:t>
    </dgm:pt>
    <dgm:pt modelId="{D6282901-F179-4480-894E-C58C0F1D6098}">
      <dgm:prSet phldrT="[文本]"/>
      <dgm:spPr>
        <a:solidFill>
          <a:srgbClr val="00B050"/>
        </a:solidFill>
      </dgm:spPr>
      <dgm:t>
        <a:bodyPr/>
        <a:lstStyle/>
        <a:p>
          <a:r>
            <a:rPr lang="en-US" altLang="zh-CN" dirty="0"/>
            <a:t>NIRFAST-Slicer</a:t>
          </a:r>
          <a:endParaRPr lang="en-GB" dirty="0"/>
        </a:p>
      </dgm:t>
    </dgm:pt>
    <dgm:pt modelId="{243D8B19-1FF4-416F-BF00-2BF14B214F55}" type="parTrans" cxnId="{BE78EE86-B056-47BF-95FE-869C17A753AB}">
      <dgm:prSet/>
      <dgm:spPr/>
      <dgm:t>
        <a:bodyPr/>
        <a:lstStyle/>
        <a:p>
          <a:endParaRPr lang="en-GB"/>
        </a:p>
      </dgm:t>
    </dgm:pt>
    <dgm:pt modelId="{AF9530C8-1460-42E7-93CF-0F813DB626FD}" type="sibTrans" cxnId="{BE78EE86-B056-47BF-95FE-869C17A753AB}">
      <dgm:prSet/>
      <dgm:spPr/>
      <dgm:t>
        <a:bodyPr/>
        <a:lstStyle/>
        <a:p>
          <a:endParaRPr lang="en-GB"/>
        </a:p>
      </dgm:t>
    </dgm:pt>
    <dgm:pt modelId="{A08C0E3E-5B25-454D-A377-9D12CDDA5FAD}">
      <dgm:prSet phldrT="[文本]"/>
      <dgm:spPr/>
      <dgm:t>
        <a:bodyPr/>
        <a:lstStyle/>
        <a:p>
          <a:r>
            <a:rPr lang="en-US" altLang="zh-CN" dirty="0"/>
            <a:t>Masks</a:t>
          </a:r>
          <a:endParaRPr lang="en-GB" dirty="0"/>
        </a:p>
      </dgm:t>
    </dgm:pt>
    <dgm:pt modelId="{5282F5C1-1ED5-4628-8EE4-B36AF5F7AF64}" type="parTrans" cxnId="{0BBDCA68-D339-44F8-9BC4-C1321C3D1634}">
      <dgm:prSet/>
      <dgm:spPr/>
      <dgm:t>
        <a:bodyPr/>
        <a:lstStyle/>
        <a:p>
          <a:endParaRPr lang="en-GB"/>
        </a:p>
      </dgm:t>
    </dgm:pt>
    <dgm:pt modelId="{62861AF5-FD6E-4320-BB3E-F76504FE6C62}" type="sibTrans" cxnId="{0BBDCA68-D339-44F8-9BC4-C1321C3D1634}">
      <dgm:prSet/>
      <dgm:spPr/>
      <dgm:t>
        <a:bodyPr/>
        <a:lstStyle/>
        <a:p>
          <a:endParaRPr lang="en-GB"/>
        </a:p>
      </dgm:t>
    </dgm:pt>
    <dgm:pt modelId="{948C8F9F-A20D-4B64-AAB0-1D1B0056A173}">
      <dgm:prSet phldrT="[文本]"/>
      <dgm:spPr>
        <a:solidFill>
          <a:srgbClr val="00B050"/>
        </a:solidFill>
      </dgm:spPr>
      <dgm:t>
        <a:bodyPr/>
        <a:lstStyle/>
        <a:p>
          <a:r>
            <a:rPr lang="en-US" altLang="zh-CN" dirty="0"/>
            <a:t>NIRFAST</a:t>
          </a:r>
          <a:endParaRPr lang="en-GB" dirty="0"/>
        </a:p>
      </dgm:t>
    </dgm:pt>
    <dgm:pt modelId="{95692EF2-F5BB-436B-AC70-69A7D89BC5D5}" type="parTrans" cxnId="{6B2FC149-B188-4AC1-A70C-F0110F9060BD}">
      <dgm:prSet/>
      <dgm:spPr/>
      <dgm:t>
        <a:bodyPr/>
        <a:lstStyle/>
        <a:p>
          <a:endParaRPr lang="en-GB"/>
        </a:p>
      </dgm:t>
    </dgm:pt>
    <dgm:pt modelId="{ABEF3A46-7563-4258-BD89-5C370D8C828E}" type="sibTrans" cxnId="{6B2FC149-B188-4AC1-A70C-F0110F9060BD}">
      <dgm:prSet/>
      <dgm:spPr/>
      <dgm:t>
        <a:bodyPr/>
        <a:lstStyle/>
        <a:p>
          <a:endParaRPr lang="en-GB"/>
        </a:p>
      </dgm:t>
    </dgm:pt>
    <dgm:pt modelId="{ED475990-398A-454E-B74D-CF479F64D630}">
      <dgm:prSet phldrT="[文本]"/>
      <dgm:spPr/>
      <dgm:t>
        <a:bodyPr/>
        <a:lstStyle/>
        <a:p>
          <a:r>
            <a:rPr lang="en-US" altLang="zh-CN" dirty="0"/>
            <a:t>Volume Mesh</a:t>
          </a:r>
          <a:endParaRPr lang="en-GB" dirty="0"/>
        </a:p>
      </dgm:t>
    </dgm:pt>
    <dgm:pt modelId="{43C2AA8C-EC28-40ED-9ED5-9069B908066F}" type="parTrans" cxnId="{454BA1EC-974A-4EB2-BA08-35B4836DABD0}">
      <dgm:prSet/>
      <dgm:spPr/>
      <dgm:t>
        <a:bodyPr/>
        <a:lstStyle/>
        <a:p>
          <a:endParaRPr lang="en-GB"/>
        </a:p>
      </dgm:t>
    </dgm:pt>
    <dgm:pt modelId="{92D0E3E6-4361-45CD-9BA8-A883CC82805A}" type="sibTrans" cxnId="{454BA1EC-974A-4EB2-BA08-35B4836DABD0}">
      <dgm:prSet/>
      <dgm:spPr/>
      <dgm:t>
        <a:bodyPr/>
        <a:lstStyle/>
        <a:p>
          <a:endParaRPr lang="en-GB"/>
        </a:p>
      </dgm:t>
    </dgm:pt>
    <dgm:pt modelId="{7DFCBBF0-F0E4-4D5F-B12C-59CD1213715A}" type="pres">
      <dgm:prSet presAssocID="{16FC20C3-D2A0-4D39-833C-1FEF107D604E}" presName="Name0" presStyleCnt="0">
        <dgm:presLayoutVars>
          <dgm:dir/>
          <dgm:resizeHandles val="exact"/>
        </dgm:presLayoutVars>
      </dgm:prSet>
      <dgm:spPr/>
    </dgm:pt>
    <dgm:pt modelId="{A3959B95-94E7-484F-A7A6-6D9A275822AE}" type="pres">
      <dgm:prSet presAssocID="{C8972FBC-80C4-4CD8-87E8-0C28455A4252}" presName="node" presStyleLbl="node1" presStyleIdx="0" presStyleCnt="7" custLinFactNeighborX="33217" custLinFactNeighborY="-74803">
        <dgm:presLayoutVars>
          <dgm:bulletEnabled val="1"/>
        </dgm:presLayoutVars>
      </dgm:prSet>
      <dgm:spPr/>
    </dgm:pt>
    <dgm:pt modelId="{22801009-1C83-49F6-AC8F-F2CE51D2D452}" type="pres">
      <dgm:prSet presAssocID="{3904133F-4687-4271-8723-312FFFC9B2C9}" presName="sibTrans" presStyleLbl="sibTrans2D1" presStyleIdx="0" presStyleCnt="6"/>
      <dgm:spPr/>
    </dgm:pt>
    <dgm:pt modelId="{5775A553-915D-4EDC-85A1-085C05CAE041}" type="pres">
      <dgm:prSet presAssocID="{3904133F-4687-4271-8723-312FFFC9B2C9}" presName="connectorText" presStyleLbl="sibTrans2D1" presStyleIdx="0" presStyleCnt="6"/>
      <dgm:spPr/>
    </dgm:pt>
    <dgm:pt modelId="{2DF309D6-C09E-44A4-AA18-A9853A82F353}" type="pres">
      <dgm:prSet presAssocID="{626AD6F2-100B-47E8-8C74-1B6C5603B6D1}" presName="node" presStyleLbl="node1" presStyleIdx="1" presStyleCnt="7" custLinFactNeighborX="14236" custLinFactNeighborY="-76882">
        <dgm:presLayoutVars>
          <dgm:bulletEnabled val="1"/>
        </dgm:presLayoutVars>
      </dgm:prSet>
      <dgm:spPr/>
    </dgm:pt>
    <dgm:pt modelId="{5C908951-243A-44E7-8825-63648DD773C7}" type="pres">
      <dgm:prSet presAssocID="{8D15121A-6B84-4E59-9B1D-15D4F69AF75F}" presName="sibTrans" presStyleLbl="sibTrans2D1" presStyleIdx="1" presStyleCnt="6"/>
      <dgm:spPr/>
    </dgm:pt>
    <dgm:pt modelId="{680694F8-E65D-45BF-B3BD-67EE956F6A66}" type="pres">
      <dgm:prSet presAssocID="{8D15121A-6B84-4E59-9B1D-15D4F69AF75F}" presName="connectorText" presStyleLbl="sibTrans2D1" presStyleIdx="1" presStyleCnt="6"/>
      <dgm:spPr/>
    </dgm:pt>
    <dgm:pt modelId="{313257E2-3727-43B4-BD21-2C7DB74608F1}" type="pres">
      <dgm:prSet presAssocID="{D29EDD77-6F03-47A0-BD45-DFA28EAF963D}" presName="node" presStyleLbl="node1" presStyleIdx="2" presStyleCnt="7" custScaleX="135473" custScaleY="98179" custLinFactNeighborX="-295" custLinFactNeighborY="-86476">
        <dgm:presLayoutVars>
          <dgm:bulletEnabled val="1"/>
        </dgm:presLayoutVars>
      </dgm:prSet>
      <dgm:spPr/>
    </dgm:pt>
    <dgm:pt modelId="{85E6308F-45CD-4BDE-8B9B-E9A96597A896}" type="pres">
      <dgm:prSet presAssocID="{BD43626C-C7C3-42A2-8AD0-89D51A31B9F7}" presName="sibTrans" presStyleLbl="sibTrans2D1" presStyleIdx="2" presStyleCnt="6"/>
      <dgm:spPr/>
    </dgm:pt>
    <dgm:pt modelId="{8FB9F3E7-9C03-404C-A168-AB9616B4D7B3}" type="pres">
      <dgm:prSet presAssocID="{BD43626C-C7C3-42A2-8AD0-89D51A31B9F7}" presName="connectorText" presStyleLbl="sibTrans2D1" presStyleIdx="2" presStyleCnt="6"/>
      <dgm:spPr/>
    </dgm:pt>
    <dgm:pt modelId="{B9BB5C14-57DB-472B-8665-64E7C9DDD893}" type="pres">
      <dgm:prSet presAssocID="{D6282901-F179-4480-894E-C58C0F1D6098}" presName="node" presStyleLbl="node1" presStyleIdx="3" presStyleCnt="7" custLinFactNeighborX="17650" custLinFactNeighborY="-86477">
        <dgm:presLayoutVars>
          <dgm:bulletEnabled val="1"/>
        </dgm:presLayoutVars>
      </dgm:prSet>
      <dgm:spPr/>
    </dgm:pt>
    <dgm:pt modelId="{0EF7FCCC-1E32-468B-B287-F9005704106C}" type="pres">
      <dgm:prSet presAssocID="{AF9530C8-1460-42E7-93CF-0F813DB626FD}" presName="sibTrans" presStyleLbl="sibTrans2D1" presStyleIdx="3" presStyleCnt="6"/>
      <dgm:spPr/>
    </dgm:pt>
    <dgm:pt modelId="{65B7E296-B22C-4148-A548-D2EB42453638}" type="pres">
      <dgm:prSet presAssocID="{AF9530C8-1460-42E7-93CF-0F813DB626FD}" presName="connectorText" presStyleLbl="sibTrans2D1" presStyleIdx="3" presStyleCnt="6"/>
      <dgm:spPr/>
    </dgm:pt>
    <dgm:pt modelId="{79B40E57-7979-4B1E-B2C7-9B149F0A43A6}" type="pres">
      <dgm:prSet presAssocID="{A08C0E3E-5B25-454D-A377-9D12CDDA5FAD}" presName="node" presStyleLbl="node1" presStyleIdx="4" presStyleCnt="7" custLinFactNeighborX="16898" custLinFactNeighborY="-86476">
        <dgm:presLayoutVars>
          <dgm:bulletEnabled val="1"/>
        </dgm:presLayoutVars>
      </dgm:prSet>
      <dgm:spPr/>
    </dgm:pt>
    <dgm:pt modelId="{55E38448-B259-42F0-912A-EE0B322E6179}" type="pres">
      <dgm:prSet presAssocID="{62861AF5-FD6E-4320-BB3E-F76504FE6C62}" presName="sibTrans" presStyleLbl="sibTrans2D1" presStyleIdx="4" presStyleCnt="6"/>
      <dgm:spPr/>
    </dgm:pt>
    <dgm:pt modelId="{8DD7D308-3D2E-42CD-8FB1-1A766F8D0750}" type="pres">
      <dgm:prSet presAssocID="{62861AF5-FD6E-4320-BB3E-F76504FE6C62}" presName="connectorText" presStyleLbl="sibTrans2D1" presStyleIdx="4" presStyleCnt="6"/>
      <dgm:spPr/>
    </dgm:pt>
    <dgm:pt modelId="{BD165FE3-73D4-40E5-AAB6-B82EBF5CF416}" type="pres">
      <dgm:prSet presAssocID="{948C8F9F-A20D-4B64-AAB0-1D1B0056A173}" presName="node" presStyleLbl="node1" presStyleIdx="5" presStyleCnt="7" custLinFactNeighborX="21064" custLinFactNeighborY="-76882">
        <dgm:presLayoutVars>
          <dgm:bulletEnabled val="1"/>
        </dgm:presLayoutVars>
      </dgm:prSet>
      <dgm:spPr/>
    </dgm:pt>
    <dgm:pt modelId="{16BC774F-71D5-48B4-9D18-BC2F42E1BE7A}" type="pres">
      <dgm:prSet presAssocID="{ABEF3A46-7563-4258-BD89-5C370D8C828E}" presName="sibTrans" presStyleLbl="sibTrans2D1" presStyleIdx="5" presStyleCnt="6"/>
      <dgm:spPr/>
    </dgm:pt>
    <dgm:pt modelId="{E52C7E08-8EFA-461D-BC0B-A9245BFA702C}" type="pres">
      <dgm:prSet presAssocID="{ABEF3A46-7563-4258-BD89-5C370D8C828E}" presName="connectorText" presStyleLbl="sibTrans2D1" presStyleIdx="5" presStyleCnt="6"/>
      <dgm:spPr/>
    </dgm:pt>
    <dgm:pt modelId="{5B7DBDCD-E346-444B-B9C6-127241302F48}" type="pres">
      <dgm:prSet presAssocID="{ED475990-398A-454E-B74D-CF479F64D630}" presName="node" presStyleLbl="node1" presStyleIdx="6" presStyleCnt="7" custLinFactNeighborX="660" custLinFactNeighborY="-86476">
        <dgm:presLayoutVars>
          <dgm:bulletEnabled val="1"/>
        </dgm:presLayoutVars>
      </dgm:prSet>
      <dgm:spPr/>
    </dgm:pt>
  </dgm:ptLst>
  <dgm:cxnLst>
    <dgm:cxn modelId="{2E091901-0514-064D-9700-FB475A52430B}" type="presOf" srcId="{A08C0E3E-5B25-454D-A377-9D12CDDA5FAD}" destId="{79B40E57-7979-4B1E-B2C7-9B149F0A43A6}" srcOrd="0" destOrd="0" presId="urn:microsoft.com/office/officeart/2005/8/layout/process1"/>
    <dgm:cxn modelId="{8A768803-15FB-394C-A1AE-E0A2C0FF98EA}" type="presOf" srcId="{8D15121A-6B84-4E59-9B1D-15D4F69AF75F}" destId="{680694F8-E65D-45BF-B3BD-67EE956F6A66}" srcOrd="1" destOrd="0" presId="urn:microsoft.com/office/officeart/2005/8/layout/process1"/>
    <dgm:cxn modelId="{4EEF3C08-C6C6-46CE-AF31-DBE620C39274}" srcId="{16FC20C3-D2A0-4D39-833C-1FEF107D604E}" destId="{626AD6F2-100B-47E8-8C74-1B6C5603B6D1}" srcOrd="1" destOrd="0" parTransId="{3D5EF385-3B53-4DB3-9957-FAFDB3AC2C75}" sibTransId="{8D15121A-6B84-4E59-9B1D-15D4F69AF75F}"/>
    <dgm:cxn modelId="{164F7717-A25B-564C-9E83-35F8B6E1E1B7}" type="presOf" srcId="{AF9530C8-1460-42E7-93CF-0F813DB626FD}" destId="{0EF7FCCC-1E32-468B-B287-F9005704106C}" srcOrd="0" destOrd="0" presId="urn:microsoft.com/office/officeart/2005/8/layout/process1"/>
    <dgm:cxn modelId="{D9520B19-C898-7F40-AA8D-F107CBE2351F}" type="presOf" srcId="{62861AF5-FD6E-4320-BB3E-F76504FE6C62}" destId="{55E38448-B259-42F0-912A-EE0B322E6179}" srcOrd="0" destOrd="0" presId="urn:microsoft.com/office/officeart/2005/8/layout/process1"/>
    <dgm:cxn modelId="{790AF51F-F56D-C742-B08C-304DC42B48CA}" type="presOf" srcId="{3904133F-4687-4271-8723-312FFFC9B2C9}" destId="{5775A553-915D-4EDC-85A1-085C05CAE041}" srcOrd="1" destOrd="0" presId="urn:microsoft.com/office/officeart/2005/8/layout/process1"/>
    <dgm:cxn modelId="{6B2FC149-B188-4AC1-A70C-F0110F9060BD}" srcId="{16FC20C3-D2A0-4D39-833C-1FEF107D604E}" destId="{948C8F9F-A20D-4B64-AAB0-1D1B0056A173}" srcOrd="5" destOrd="0" parTransId="{95692EF2-F5BB-436B-AC70-69A7D89BC5D5}" sibTransId="{ABEF3A46-7563-4258-BD89-5C370D8C828E}"/>
    <dgm:cxn modelId="{21723056-D628-C94C-B83A-0FE1682872D9}" type="presOf" srcId="{AF9530C8-1460-42E7-93CF-0F813DB626FD}" destId="{65B7E296-B22C-4148-A548-D2EB42453638}" srcOrd="1" destOrd="0" presId="urn:microsoft.com/office/officeart/2005/8/layout/process1"/>
    <dgm:cxn modelId="{1D0F015D-6766-2B46-B82F-32EDB468D4F7}" type="presOf" srcId="{8D15121A-6B84-4E59-9B1D-15D4F69AF75F}" destId="{5C908951-243A-44E7-8825-63648DD773C7}" srcOrd="0" destOrd="0" presId="urn:microsoft.com/office/officeart/2005/8/layout/process1"/>
    <dgm:cxn modelId="{53CB815E-FEC0-C14D-B752-29DE7A60D26B}" type="presOf" srcId="{3904133F-4687-4271-8723-312FFFC9B2C9}" destId="{22801009-1C83-49F6-AC8F-F2CE51D2D452}" srcOrd="0" destOrd="0" presId="urn:microsoft.com/office/officeart/2005/8/layout/process1"/>
    <dgm:cxn modelId="{0BBDCA68-D339-44F8-9BC4-C1321C3D1634}" srcId="{16FC20C3-D2A0-4D39-833C-1FEF107D604E}" destId="{A08C0E3E-5B25-454D-A377-9D12CDDA5FAD}" srcOrd="4" destOrd="0" parTransId="{5282F5C1-1ED5-4628-8EE4-B36AF5F7AF64}" sibTransId="{62861AF5-FD6E-4320-BB3E-F76504FE6C62}"/>
    <dgm:cxn modelId="{BE78EE86-B056-47BF-95FE-869C17A753AB}" srcId="{16FC20C3-D2A0-4D39-833C-1FEF107D604E}" destId="{D6282901-F179-4480-894E-C58C0F1D6098}" srcOrd="3" destOrd="0" parTransId="{243D8B19-1FF4-416F-BF00-2BF14B214F55}" sibTransId="{AF9530C8-1460-42E7-93CF-0F813DB626FD}"/>
    <dgm:cxn modelId="{E881D489-B5F6-B740-83DF-647A3A82E78E}" type="presOf" srcId="{BD43626C-C7C3-42A2-8AD0-89D51A31B9F7}" destId="{8FB9F3E7-9C03-404C-A168-AB9616B4D7B3}" srcOrd="1" destOrd="0" presId="urn:microsoft.com/office/officeart/2005/8/layout/process1"/>
    <dgm:cxn modelId="{6790358E-0B6C-6D4C-B871-8154143CCF2B}" type="presOf" srcId="{626AD6F2-100B-47E8-8C74-1B6C5603B6D1}" destId="{2DF309D6-C09E-44A4-AA18-A9853A82F353}" srcOrd="0" destOrd="0" presId="urn:microsoft.com/office/officeart/2005/8/layout/process1"/>
    <dgm:cxn modelId="{952C5794-6650-4499-897C-FC8A7272C96F}" srcId="{16FC20C3-D2A0-4D39-833C-1FEF107D604E}" destId="{C8972FBC-80C4-4CD8-87E8-0C28455A4252}" srcOrd="0" destOrd="0" parTransId="{51779321-4E3F-4785-8607-27C81117FF3D}" sibTransId="{3904133F-4687-4271-8723-312FFFC9B2C9}"/>
    <dgm:cxn modelId="{5DA66D9A-B8CE-C64F-8972-6BE27A206282}" type="presOf" srcId="{948C8F9F-A20D-4B64-AAB0-1D1B0056A173}" destId="{BD165FE3-73D4-40E5-AAB6-B82EBF5CF416}" srcOrd="0" destOrd="0" presId="urn:microsoft.com/office/officeart/2005/8/layout/process1"/>
    <dgm:cxn modelId="{2910089D-17AF-C344-BC2D-5DA1078726EE}" type="presOf" srcId="{C8972FBC-80C4-4CD8-87E8-0C28455A4252}" destId="{A3959B95-94E7-484F-A7A6-6D9A275822AE}" srcOrd="0" destOrd="0" presId="urn:microsoft.com/office/officeart/2005/8/layout/process1"/>
    <dgm:cxn modelId="{9FF75AB1-99B5-784C-800D-EDAACBFB29E3}" type="presOf" srcId="{16FC20C3-D2A0-4D39-833C-1FEF107D604E}" destId="{7DFCBBF0-F0E4-4D5F-B12C-59CD1213715A}" srcOrd="0" destOrd="0" presId="urn:microsoft.com/office/officeart/2005/8/layout/process1"/>
    <dgm:cxn modelId="{18089DB6-395E-DD42-9273-7D7462690ADA}" type="presOf" srcId="{D29EDD77-6F03-47A0-BD45-DFA28EAF963D}" destId="{313257E2-3727-43B4-BD21-2C7DB74608F1}" srcOrd="0" destOrd="0" presId="urn:microsoft.com/office/officeart/2005/8/layout/process1"/>
    <dgm:cxn modelId="{F6CD0ABD-1706-CD4B-BE3B-EF4CBD219C22}" type="presOf" srcId="{BD43626C-C7C3-42A2-8AD0-89D51A31B9F7}" destId="{85E6308F-45CD-4BDE-8B9B-E9A96597A896}" srcOrd="0" destOrd="0" presId="urn:microsoft.com/office/officeart/2005/8/layout/process1"/>
    <dgm:cxn modelId="{90EDC2C3-EB40-C94E-A806-001A342CB022}" type="presOf" srcId="{62861AF5-FD6E-4320-BB3E-F76504FE6C62}" destId="{8DD7D308-3D2E-42CD-8FB1-1A766F8D0750}" srcOrd="1" destOrd="0" presId="urn:microsoft.com/office/officeart/2005/8/layout/process1"/>
    <dgm:cxn modelId="{1C7536C9-8725-4D41-B0C6-B3859992C4EB}" type="presOf" srcId="{ED475990-398A-454E-B74D-CF479F64D630}" destId="{5B7DBDCD-E346-444B-B9C6-127241302F48}" srcOrd="0" destOrd="0" presId="urn:microsoft.com/office/officeart/2005/8/layout/process1"/>
    <dgm:cxn modelId="{D1E841CE-5C97-4A8A-870C-55B7F0AD783C}" srcId="{16FC20C3-D2A0-4D39-833C-1FEF107D604E}" destId="{D29EDD77-6F03-47A0-BD45-DFA28EAF963D}" srcOrd="2" destOrd="0" parTransId="{C8BA9855-5C71-4ACC-9B96-92E449A4DA43}" sibTransId="{BD43626C-C7C3-42A2-8AD0-89D51A31B9F7}"/>
    <dgm:cxn modelId="{7A04A4CF-ED11-8142-9DCF-E9B775E03FF4}" type="presOf" srcId="{D6282901-F179-4480-894E-C58C0F1D6098}" destId="{B9BB5C14-57DB-472B-8665-64E7C9DDD893}" srcOrd="0" destOrd="0" presId="urn:microsoft.com/office/officeart/2005/8/layout/process1"/>
    <dgm:cxn modelId="{454BA1EC-974A-4EB2-BA08-35B4836DABD0}" srcId="{16FC20C3-D2A0-4D39-833C-1FEF107D604E}" destId="{ED475990-398A-454E-B74D-CF479F64D630}" srcOrd="6" destOrd="0" parTransId="{43C2AA8C-EC28-40ED-9ED5-9069B908066F}" sibTransId="{92D0E3E6-4361-45CD-9BA8-A883CC82805A}"/>
    <dgm:cxn modelId="{027F45EE-E1E6-4640-B4AD-66E48165CDFB}" type="presOf" srcId="{ABEF3A46-7563-4258-BD89-5C370D8C828E}" destId="{16BC774F-71D5-48B4-9D18-BC2F42E1BE7A}" srcOrd="0" destOrd="0" presId="urn:microsoft.com/office/officeart/2005/8/layout/process1"/>
    <dgm:cxn modelId="{92D7E6FA-0FA2-A148-A168-16E590B0C273}" type="presOf" srcId="{ABEF3A46-7563-4258-BD89-5C370D8C828E}" destId="{E52C7E08-8EFA-461D-BC0B-A9245BFA702C}" srcOrd="1" destOrd="0" presId="urn:microsoft.com/office/officeart/2005/8/layout/process1"/>
    <dgm:cxn modelId="{6AD506EC-A383-684F-83AE-B7AB75EBF96E}" type="presParOf" srcId="{7DFCBBF0-F0E4-4D5F-B12C-59CD1213715A}" destId="{A3959B95-94E7-484F-A7A6-6D9A275822AE}" srcOrd="0" destOrd="0" presId="urn:microsoft.com/office/officeart/2005/8/layout/process1"/>
    <dgm:cxn modelId="{26E8CBA1-B631-E243-B264-4CEA9D25896C}" type="presParOf" srcId="{7DFCBBF0-F0E4-4D5F-B12C-59CD1213715A}" destId="{22801009-1C83-49F6-AC8F-F2CE51D2D452}" srcOrd="1" destOrd="0" presId="urn:microsoft.com/office/officeart/2005/8/layout/process1"/>
    <dgm:cxn modelId="{A493C058-264E-F041-B85F-1A87701DC641}" type="presParOf" srcId="{22801009-1C83-49F6-AC8F-F2CE51D2D452}" destId="{5775A553-915D-4EDC-85A1-085C05CAE041}" srcOrd="0" destOrd="0" presId="urn:microsoft.com/office/officeart/2005/8/layout/process1"/>
    <dgm:cxn modelId="{B4EABFC7-EC31-8343-B050-B80983B88059}" type="presParOf" srcId="{7DFCBBF0-F0E4-4D5F-B12C-59CD1213715A}" destId="{2DF309D6-C09E-44A4-AA18-A9853A82F353}" srcOrd="2" destOrd="0" presId="urn:microsoft.com/office/officeart/2005/8/layout/process1"/>
    <dgm:cxn modelId="{A850F6F5-A077-9F4E-A89C-4F09D5A2B075}" type="presParOf" srcId="{7DFCBBF0-F0E4-4D5F-B12C-59CD1213715A}" destId="{5C908951-243A-44E7-8825-63648DD773C7}" srcOrd="3" destOrd="0" presId="urn:microsoft.com/office/officeart/2005/8/layout/process1"/>
    <dgm:cxn modelId="{285DFDE2-2959-7E4B-9983-7C39F7260151}" type="presParOf" srcId="{5C908951-243A-44E7-8825-63648DD773C7}" destId="{680694F8-E65D-45BF-B3BD-67EE956F6A66}" srcOrd="0" destOrd="0" presId="urn:microsoft.com/office/officeart/2005/8/layout/process1"/>
    <dgm:cxn modelId="{4CBDB2EF-14AB-1448-98BC-00F9CA765AE8}" type="presParOf" srcId="{7DFCBBF0-F0E4-4D5F-B12C-59CD1213715A}" destId="{313257E2-3727-43B4-BD21-2C7DB74608F1}" srcOrd="4" destOrd="0" presId="urn:microsoft.com/office/officeart/2005/8/layout/process1"/>
    <dgm:cxn modelId="{D50B78CB-1C82-D44A-A8BF-3A19B7C61FE9}" type="presParOf" srcId="{7DFCBBF0-F0E4-4D5F-B12C-59CD1213715A}" destId="{85E6308F-45CD-4BDE-8B9B-E9A96597A896}" srcOrd="5" destOrd="0" presId="urn:microsoft.com/office/officeart/2005/8/layout/process1"/>
    <dgm:cxn modelId="{73857FCA-8A1D-FF4A-9910-CD0A7E010AC0}" type="presParOf" srcId="{85E6308F-45CD-4BDE-8B9B-E9A96597A896}" destId="{8FB9F3E7-9C03-404C-A168-AB9616B4D7B3}" srcOrd="0" destOrd="0" presId="urn:microsoft.com/office/officeart/2005/8/layout/process1"/>
    <dgm:cxn modelId="{70D249B9-F9B7-2146-B532-90985CBB5E8A}" type="presParOf" srcId="{7DFCBBF0-F0E4-4D5F-B12C-59CD1213715A}" destId="{B9BB5C14-57DB-472B-8665-64E7C9DDD893}" srcOrd="6" destOrd="0" presId="urn:microsoft.com/office/officeart/2005/8/layout/process1"/>
    <dgm:cxn modelId="{AB42D566-5C93-804F-B73A-FAFA9D62EAF8}" type="presParOf" srcId="{7DFCBBF0-F0E4-4D5F-B12C-59CD1213715A}" destId="{0EF7FCCC-1E32-468B-B287-F9005704106C}" srcOrd="7" destOrd="0" presId="urn:microsoft.com/office/officeart/2005/8/layout/process1"/>
    <dgm:cxn modelId="{9A83FBF4-F93F-A142-A874-91B4B2694C0E}" type="presParOf" srcId="{0EF7FCCC-1E32-468B-B287-F9005704106C}" destId="{65B7E296-B22C-4148-A548-D2EB42453638}" srcOrd="0" destOrd="0" presId="urn:microsoft.com/office/officeart/2005/8/layout/process1"/>
    <dgm:cxn modelId="{51D8F759-403D-D542-9E71-C15AB5522037}" type="presParOf" srcId="{7DFCBBF0-F0E4-4D5F-B12C-59CD1213715A}" destId="{79B40E57-7979-4B1E-B2C7-9B149F0A43A6}" srcOrd="8" destOrd="0" presId="urn:microsoft.com/office/officeart/2005/8/layout/process1"/>
    <dgm:cxn modelId="{0776CF95-FE50-5941-9655-E90D44351695}" type="presParOf" srcId="{7DFCBBF0-F0E4-4D5F-B12C-59CD1213715A}" destId="{55E38448-B259-42F0-912A-EE0B322E6179}" srcOrd="9" destOrd="0" presId="urn:microsoft.com/office/officeart/2005/8/layout/process1"/>
    <dgm:cxn modelId="{388C3009-253E-1745-98C9-DE048FAA45B8}" type="presParOf" srcId="{55E38448-B259-42F0-912A-EE0B322E6179}" destId="{8DD7D308-3D2E-42CD-8FB1-1A766F8D0750}" srcOrd="0" destOrd="0" presId="urn:microsoft.com/office/officeart/2005/8/layout/process1"/>
    <dgm:cxn modelId="{3568C8DA-C7EF-524A-8A34-573A25296EDA}" type="presParOf" srcId="{7DFCBBF0-F0E4-4D5F-B12C-59CD1213715A}" destId="{BD165FE3-73D4-40E5-AAB6-B82EBF5CF416}" srcOrd="10" destOrd="0" presId="urn:microsoft.com/office/officeart/2005/8/layout/process1"/>
    <dgm:cxn modelId="{6CB36F76-40F4-464E-B49B-0539044612D3}" type="presParOf" srcId="{7DFCBBF0-F0E4-4D5F-B12C-59CD1213715A}" destId="{16BC774F-71D5-48B4-9D18-BC2F42E1BE7A}" srcOrd="11" destOrd="0" presId="urn:microsoft.com/office/officeart/2005/8/layout/process1"/>
    <dgm:cxn modelId="{C01B3F28-52C9-8748-B38F-ADAD5F39A31F}" type="presParOf" srcId="{16BC774F-71D5-48B4-9D18-BC2F42E1BE7A}" destId="{E52C7E08-8EFA-461D-BC0B-A9245BFA702C}" srcOrd="0" destOrd="0" presId="urn:microsoft.com/office/officeart/2005/8/layout/process1"/>
    <dgm:cxn modelId="{5043018B-6CCF-BB41-BCD9-8740CE66EEE1}" type="presParOf" srcId="{7DFCBBF0-F0E4-4D5F-B12C-59CD1213715A}" destId="{5B7DBDCD-E346-444B-B9C6-127241302F48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59B95-94E7-484F-A7A6-6D9A275822AE}">
      <dsp:nvSpPr>
        <dsp:cNvPr id="0" name=""/>
        <dsp:cNvSpPr/>
      </dsp:nvSpPr>
      <dsp:spPr>
        <a:xfrm>
          <a:off x="128773" y="0"/>
          <a:ext cx="936500" cy="8944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MRI scans</a:t>
          </a:r>
          <a:endParaRPr lang="en-GB" sz="1400" kern="1200" dirty="0"/>
        </a:p>
      </dsp:txBody>
      <dsp:txXfrm>
        <a:off x="154970" y="26197"/>
        <a:ext cx="884106" cy="842037"/>
      </dsp:txXfrm>
    </dsp:sp>
    <dsp:sp modelId="{22801009-1C83-49F6-AC8F-F2CE51D2D452}">
      <dsp:nvSpPr>
        <dsp:cNvPr id="0" name=""/>
        <dsp:cNvSpPr/>
      </dsp:nvSpPr>
      <dsp:spPr>
        <a:xfrm>
          <a:off x="1141149" y="331089"/>
          <a:ext cx="160853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1141149" y="377539"/>
        <a:ext cx="112597" cy="139352"/>
      </dsp:txXfrm>
    </dsp:sp>
    <dsp:sp modelId="{2DF309D6-C09E-44A4-AA18-A9853A82F353}">
      <dsp:nvSpPr>
        <dsp:cNvPr id="0" name=""/>
        <dsp:cNvSpPr/>
      </dsp:nvSpPr>
      <dsp:spPr>
        <a:xfrm>
          <a:off x="1368772" y="0"/>
          <a:ext cx="936500" cy="894431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SPM</a:t>
          </a:r>
          <a:endParaRPr lang="en-GB" sz="1400" kern="1200" dirty="0"/>
        </a:p>
      </dsp:txBody>
      <dsp:txXfrm>
        <a:off x="1394969" y="26197"/>
        <a:ext cx="884106" cy="842037"/>
      </dsp:txXfrm>
    </dsp:sp>
    <dsp:sp modelId="{5C908951-243A-44E7-8825-63648DD773C7}">
      <dsp:nvSpPr>
        <dsp:cNvPr id="0" name=""/>
        <dsp:cNvSpPr/>
      </dsp:nvSpPr>
      <dsp:spPr>
        <a:xfrm rot="21580323">
          <a:off x="2385313" y="327465"/>
          <a:ext cx="169691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2385313" y="374061"/>
        <a:ext cx="118784" cy="139352"/>
      </dsp:txXfrm>
    </dsp:sp>
    <dsp:sp modelId="{313257E2-3727-43B4-BD21-2C7DB74608F1}">
      <dsp:nvSpPr>
        <dsp:cNvPr id="0" name=""/>
        <dsp:cNvSpPr/>
      </dsp:nvSpPr>
      <dsp:spPr>
        <a:xfrm>
          <a:off x="2625440" y="0"/>
          <a:ext cx="1268705" cy="878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Segmented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scans</a:t>
          </a:r>
          <a:endParaRPr lang="en-GB" sz="1400" kern="1200" dirty="0"/>
        </a:p>
      </dsp:txBody>
      <dsp:txXfrm>
        <a:off x="2651160" y="25720"/>
        <a:ext cx="1217265" cy="826703"/>
      </dsp:txXfrm>
    </dsp:sp>
    <dsp:sp modelId="{85E6308F-45CD-4BDE-8B9B-E9A96597A896}">
      <dsp:nvSpPr>
        <dsp:cNvPr id="0" name=""/>
        <dsp:cNvSpPr/>
      </dsp:nvSpPr>
      <dsp:spPr>
        <a:xfrm rot="18127">
          <a:off x="4004600" y="327490"/>
          <a:ext cx="234169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4004600" y="373756"/>
        <a:ext cx="164493" cy="139352"/>
      </dsp:txXfrm>
    </dsp:sp>
    <dsp:sp modelId="{B9BB5C14-57DB-472B-8665-64E7C9DDD893}">
      <dsp:nvSpPr>
        <dsp:cNvPr id="0" name=""/>
        <dsp:cNvSpPr/>
      </dsp:nvSpPr>
      <dsp:spPr>
        <a:xfrm>
          <a:off x="4335968" y="0"/>
          <a:ext cx="936500" cy="894431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NIRFAST-Slicer</a:t>
          </a:r>
          <a:endParaRPr lang="en-GB" sz="1400" kern="1200" dirty="0"/>
        </a:p>
      </dsp:txBody>
      <dsp:txXfrm>
        <a:off x="4362165" y="26197"/>
        <a:ext cx="884106" cy="842037"/>
      </dsp:txXfrm>
    </dsp:sp>
    <dsp:sp modelId="{0EF7FCCC-1E32-468B-B287-F9005704106C}">
      <dsp:nvSpPr>
        <dsp:cNvPr id="0" name=""/>
        <dsp:cNvSpPr/>
      </dsp:nvSpPr>
      <dsp:spPr>
        <a:xfrm>
          <a:off x="5365415" y="331089"/>
          <a:ext cx="197045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5365415" y="377539"/>
        <a:ext cx="137932" cy="139352"/>
      </dsp:txXfrm>
    </dsp:sp>
    <dsp:sp modelId="{79B40E57-7979-4B1E-B2C7-9B149F0A43A6}">
      <dsp:nvSpPr>
        <dsp:cNvPr id="0" name=""/>
        <dsp:cNvSpPr/>
      </dsp:nvSpPr>
      <dsp:spPr>
        <a:xfrm>
          <a:off x="5644253" y="0"/>
          <a:ext cx="936500" cy="8944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Masks</a:t>
          </a:r>
          <a:endParaRPr lang="en-GB" sz="1400" kern="1200" dirty="0"/>
        </a:p>
      </dsp:txBody>
      <dsp:txXfrm>
        <a:off x="5670450" y="26197"/>
        <a:ext cx="884106" cy="842037"/>
      </dsp:txXfrm>
    </dsp:sp>
    <dsp:sp modelId="{55E38448-B259-42F0-912A-EE0B322E6179}">
      <dsp:nvSpPr>
        <dsp:cNvPr id="0" name=""/>
        <dsp:cNvSpPr/>
      </dsp:nvSpPr>
      <dsp:spPr>
        <a:xfrm>
          <a:off x="6678305" y="331089"/>
          <a:ext cx="206809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6678305" y="377539"/>
        <a:ext cx="144766" cy="139352"/>
      </dsp:txXfrm>
    </dsp:sp>
    <dsp:sp modelId="{BD165FE3-73D4-40E5-AAB6-B82EBF5CF416}">
      <dsp:nvSpPr>
        <dsp:cNvPr id="0" name=""/>
        <dsp:cNvSpPr/>
      </dsp:nvSpPr>
      <dsp:spPr>
        <a:xfrm>
          <a:off x="6970960" y="0"/>
          <a:ext cx="936500" cy="894431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NIRFAST</a:t>
          </a:r>
          <a:endParaRPr lang="en-GB" sz="1400" kern="1200" dirty="0"/>
        </a:p>
      </dsp:txBody>
      <dsp:txXfrm>
        <a:off x="6997157" y="26197"/>
        <a:ext cx="884106" cy="842037"/>
      </dsp:txXfrm>
    </dsp:sp>
    <dsp:sp modelId="{16BC774F-71D5-48B4-9D18-BC2F42E1BE7A}">
      <dsp:nvSpPr>
        <dsp:cNvPr id="0" name=""/>
        <dsp:cNvSpPr/>
      </dsp:nvSpPr>
      <dsp:spPr>
        <a:xfrm>
          <a:off x="7982003" y="331089"/>
          <a:ext cx="158028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7982003" y="377539"/>
        <a:ext cx="110620" cy="139352"/>
      </dsp:txXfrm>
    </dsp:sp>
    <dsp:sp modelId="{5B7DBDCD-E346-444B-B9C6-127241302F48}">
      <dsp:nvSpPr>
        <dsp:cNvPr id="0" name=""/>
        <dsp:cNvSpPr/>
      </dsp:nvSpPr>
      <dsp:spPr>
        <a:xfrm>
          <a:off x="8205628" y="0"/>
          <a:ext cx="936500" cy="8944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Volume Mesh</a:t>
          </a:r>
          <a:endParaRPr lang="en-GB" sz="1400" kern="1200" dirty="0"/>
        </a:p>
      </dsp:txBody>
      <dsp:txXfrm>
        <a:off x="8231825" y="26197"/>
        <a:ext cx="884106" cy="842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89DA8-A704-4B1E-86B9-2AF7D392732B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C18D-5F0A-4B7D-816E-FDD28E1B2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1C18D-5F0A-4B7D-816E-FDD28E1B2D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1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4AC4-FEC4-014A-BED3-1E7F67E5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C0A5A-838E-308E-5934-1357815B8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B5DB4-2725-334F-9B1D-02AFF0AD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0BE29-FD5B-6F5B-0996-0D183C53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742A7-BD8D-5EE3-B905-C1541263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5493-7ABF-52AA-2281-6574265C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7F25-F0AC-FE72-4C8B-056B3B307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091E-F585-E216-392E-89BDFA2F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D7C40-786D-6576-2516-D7EECD80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Google Shape;13;p7">
            <a:extLst>
              <a:ext uri="{FF2B5EF4-FFF2-40B4-BE49-F238E27FC236}">
                <a16:creationId xmlns:a16="http://schemas.microsoft.com/office/drawing/2014/main" id="{FE97A8BC-D4BD-4F98-C0E3-D5B6E0992588}"/>
              </a:ext>
            </a:extLst>
          </p:cNvPr>
          <p:cNvSpPr/>
          <p:nvPr userDrawn="1"/>
        </p:nvSpPr>
        <p:spPr>
          <a:xfrm>
            <a:off x="1" y="6086475"/>
            <a:ext cx="12192000" cy="114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4023C582-22D8-832E-B5F9-982947465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384" y="6242535"/>
            <a:ext cx="656802" cy="615465"/>
          </a:xfrm>
          <a:prstGeom prst="rect">
            <a:avLst/>
          </a:prstGeom>
        </p:spPr>
      </p:pic>
      <p:pic>
        <p:nvPicPr>
          <p:cNvPr id="11" name="4. Logo">
            <a:extLst>
              <a:ext uri="{FF2B5EF4-FFF2-40B4-BE49-F238E27FC236}">
                <a16:creationId xmlns:a16="http://schemas.microsoft.com/office/drawing/2014/main" id="{7062BCE1-B93A-911F-83E7-06B5189712D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954" y="6264137"/>
            <a:ext cx="1954059" cy="567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205D0-A8F9-8E02-A4DA-1A3F009F2D22}"/>
              </a:ext>
            </a:extLst>
          </p:cNvPr>
          <p:cNvSpPr txBox="1"/>
          <p:nvPr userDrawn="1"/>
        </p:nvSpPr>
        <p:spPr>
          <a:xfrm>
            <a:off x="2092432" y="6258341"/>
            <a:ext cx="992579" cy="47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MEDICAL</a:t>
            </a:r>
          </a:p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IMAGING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615C8-46B8-EB84-E6C4-1F6E4FAED947}"/>
              </a:ext>
            </a:extLst>
          </p:cNvPr>
          <p:cNvCxnSpPr>
            <a:cxnSpLocks/>
          </p:cNvCxnSpPr>
          <p:nvPr userDrawn="1"/>
        </p:nvCxnSpPr>
        <p:spPr>
          <a:xfrm>
            <a:off x="2092433" y="6331493"/>
            <a:ext cx="0" cy="32657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0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8D22-4D19-61C9-5F2C-B96434B7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57A08-C0B9-128B-E353-DCE0D4AD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6B5E-33E7-22AB-6BCC-1E8D21A9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EB99-5F2D-9390-51AE-BBC04FA0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63D4-D518-7892-20BC-072F709B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9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18DF-5773-A4DE-CFE1-EC6439EC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AF84-2E24-191B-022E-024815194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2CDF4-4364-39C2-79F1-83737401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A5353-FE0D-730F-11DB-C9B72E2D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877F-7BD7-3A5F-6B67-B55A971B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E4BD4-2735-6C0C-B08F-49E49815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6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2899-899B-369F-F14C-F2DC5F12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EB5EF-4917-FF90-FE6E-FF3155C7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17F85-2D61-585E-A4F3-C9E68E2E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962B1-9209-3E6A-5C9A-7CC61AE5B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F4FD0-A185-B9BB-A1B0-EED752CA3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FD12-FCFA-9E94-CDC4-0FA62059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0D515-0FE8-97E4-D5D9-2364DCBA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A9CCC-6FB1-FD0F-D32F-B86FAEE9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EFFF-B934-AFAC-29E3-772B6EA8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92770-0AB0-6AEC-C004-5EC0C8C6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13A70-5C1B-D1DF-C4D4-F6C05CD9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F124-588F-B2F9-095D-2834F832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2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AF5ED-68D4-DBB6-85A5-97B413D0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DA54A-49DD-09B9-C458-4A197AF0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ED12-D126-54F4-E642-11D9D376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55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37F1-266F-A888-7C0F-47C83322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4B5E-3CE4-CAC5-33AB-4BE6365C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6194-22A0-045E-F206-DBC0E6645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E518E-AAAA-EF77-A89B-8E947CD2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DB976-E944-D01F-8288-7EEC34F2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99D07-A593-60DD-87C0-15F4E0FC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0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5B52-4413-F575-F240-1E00C9A1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ADB5F-1F72-DD3F-44EF-2AA00974E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F13A6-2D7B-4F58-1CF2-4C15F613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6615-98B5-AA20-39AB-C5915915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CE530-BF6F-8E41-4B0F-94D14064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DD9F9-42E2-19ED-9BCB-16AEFF6B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2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E09B-8296-1FF4-7DF1-C53E69D3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1DB7A-0C08-6C22-2858-A57E39504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2F5D-9FA8-8068-3829-A4C10857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ED37-9031-3455-F7BD-0291E806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571A0-FCC2-F4E4-2F59-4EF85AB1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DC7F1-AC88-B50C-025C-0C1836424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E414A-4100-90A3-1863-8AA4E5F6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C5E7-C0BF-872A-F1CD-9AE3C5F9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45C3-8C8E-8EBE-22B6-6EDC4A13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9237D-2F7F-37C6-FBFE-ADA892DF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8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8B387-77E0-A06F-0B89-E1533C5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E2C7F-381B-0CEC-273E-8A92B457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096E-A05E-77C1-6225-B3F3F892D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50610-3B4C-926F-AE5E-943B0D0BA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4316-53ED-E0DF-9BA2-734732AA2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6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8.png"/><Relationship Id="rId10" Type="http://schemas.microsoft.com/office/2007/relationships/diagramDrawing" Target="../diagrams/drawing1.xml"/><Relationship Id="rId4" Type="http://schemas.openxmlformats.org/officeDocument/2006/relationships/image" Target="../media/image7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099140-EC94-B4F7-8ECB-EBAB196DAD7B}"/>
              </a:ext>
            </a:extLst>
          </p:cNvPr>
          <p:cNvSpPr/>
          <p:nvPr/>
        </p:nvSpPr>
        <p:spPr>
          <a:xfrm>
            <a:off x="0" y="0"/>
            <a:ext cx="8161020" cy="6858000"/>
          </a:xfrm>
          <a:custGeom>
            <a:avLst/>
            <a:gdLst>
              <a:gd name="connsiteX0" fmla="*/ 0 w 7383780"/>
              <a:gd name="connsiteY0" fmla="*/ 0 h 6858000"/>
              <a:gd name="connsiteX1" fmla="*/ 738378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  <a:gd name="connsiteX0" fmla="*/ 0 w 7383780"/>
              <a:gd name="connsiteY0" fmla="*/ 0 h 6858000"/>
              <a:gd name="connsiteX1" fmla="*/ 676656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3780" h="6858000">
                <a:moveTo>
                  <a:pt x="0" y="0"/>
                </a:moveTo>
                <a:lnTo>
                  <a:pt x="6766560" y="0"/>
                </a:lnTo>
                <a:lnTo>
                  <a:pt x="738378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FA365-AA49-0266-130F-0D7E0C7A3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30" y="2505908"/>
            <a:ext cx="7505699" cy="13892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Adult Head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2B0C0-E6B8-B5DB-B26F-87F7195B6921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rgbClr val="E305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05123-FDF9-030F-73EA-69CD3C277F7A}"/>
              </a:ext>
            </a:extLst>
          </p:cNvPr>
          <p:cNvSpPr/>
          <p:nvPr/>
        </p:nvSpPr>
        <p:spPr>
          <a:xfrm>
            <a:off x="0" y="0"/>
            <a:ext cx="12192000" cy="284922"/>
          </a:xfrm>
          <a:prstGeom prst="rect">
            <a:avLst/>
          </a:prstGeom>
          <a:solidFill>
            <a:srgbClr val="258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pic>
        <p:nvPicPr>
          <p:cNvPr id="13" name="Picture 12" descr="A logo of a university&#10;&#10;Description automatically generated">
            <a:extLst>
              <a:ext uri="{FF2B5EF4-FFF2-40B4-BE49-F238E27FC236}">
                <a16:creationId xmlns:a16="http://schemas.microsoft.com/office/drawing/2014/main" id="{CB98AD6E-58E8-0DD6-0EC1-22F01F54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69" y="1945322"/>
            <a:ext cx="3119769" cy="1949856"/>
          </a:xfrm>
          <a:prstGeom prst="rect">
            <a:avLst/>
          </a:prstGeom>
        </p:spPr>
      </p:pic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F533F2AD-21E2-C3E7-3482-BB94F0517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183" y="3953279"/>
            <a:ext cx="2740143" cy="2567686"/>
          </a:xfrm>
          <a:prstGeom prst="rect">
            <a:avLst/>
          </a:prstGeom>
        </p:spPr>
      </p:pic>
      <p:pic>
        <p:nvPicPr>
          <p:cNvPr id="11" name="Picture 10" descr="File:University of Macau logo.svg - Wikimedia Commons">
            <a:extLst>
              <a:ext uri="{FF2B5EF4-FFF2-40B4-BE49-F238E27FC236}">
                <a16:creationId xmlns:a16="http://schemas.microsoft.com/office/drawing/2014/main" id="{40D5CDF9-C258-2A45-2BB3-10B9F874E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376" y="417207"/>
            <a:ext cx="1439753" cy="14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2365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Model Creation and </a:t>
            </a:r>
            <a:r>
              <a:rPr lang="en-US" dirty="0" err="1"/>
              <a:t>discretisation</a:t>
            </a:r>
            <a:endParaRPr lang="en-US" dirty="0"/>
          </a:p>
        </p:txBody>
      </p:sp>
      <p:pic>
        <p:nvPicPr>
          <p:cNvPr id="8" name="Picture 6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01" y="4167211"/>
            <a:ext cx="2260314" cy="220629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074634" y="6400491"/>
            <a:ext cx="48426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200" i="1" dirty="0"/>
              <a:t>SPM: Statistical Parametric Mapping  http://www.fil.ion.ucl.ac.uk/spm/</a:t>
            </a:r>
            <a:endParaRPr lang="en-GB" sz="1200" i="1" dirty="0"/>
          </a:p>
        </p:txBody>
      </p:sp>
      <p:sp>
        <p:nvSpPr>
          <p:cNvPr id="22" name="Rectangle 37"/>
          <p:cNvSpPr>
            <a:spLocks noChangeArrowheads="1"/>
          </p:cNvSpPr>
          <p:nvPr/>
        </p:nvSpPr>
        <p:spPr bwMode="auto">
          <a:xfrm>
            <a:off x="3047457" y="6606335"/>
            <a:ext cx="82157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i="1" dirty="0"/>
              <a:t>Meshing based on the computational geometry algorithms library (CGAL) implemented in </a:t>
            </a:r>
            <a:r>
              <a:rPr lang="en-US" sz="1200" b="1" i="1" dirty="0"/>
              <a:t>NIRFAST</a:t>
            </a:r>
            <a:r>
              <a:rPr lang="en-US" sz="1200" i="1" dirty="0"/>
              <a:t>: http://</a:t>
            </a:r>
            <a:r>
              <a:rPr lang="en-US" sz="1200" i="1" dirty="0" err="1"/>
              <a:t>www.nirfast.org</a:t>
            </a:r>
            <a:endParaRPr lang="en-US" sz="1200" i="1" dirty="0"/>
          </a:p>
        </p:txBody>
      </p:sp>
      <p:grpSp>
        <p:nvGrpSpPr>
          <p:cNvPr id="27" name="Group 26"/>
          <p:cNvGrpSpPr/>
          <p:nvPr/>
        </p:nvGrpSpPr>
        <p:grpSpPr>
          <a:xfrm>
            <a:off x="6456040" y="2728102"/>
            <a:ext cx="4211960" cy="3645405"/>
            <a:chOff x="4932040" y="2663915"/>
            <a:chExt cx="4211960" cy="3645405"/>
          </a:xfrm>
        </p:grpSpPr>
        <p:sp>
          <p:nvSpPr>
            <p:cNvPr id="28" name="Rectangle 27"/>
            <p:cNvSpPr/>
            <p:nvPr/>
          </p:nvSpPr>
          <p:spPr>
            <a:xfrm>
              <a:off x="4932040" y="3699030"/>
              <a:ext cx="4211960" cy="26102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607115" y="2663915"/>
              <a:ext cx="3536885" cy="13051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19"/>
          <a:stretch>
            <a:fillRect/>
          </a:stretch>
        </p:blipFill>
        <p:spPr bwMode="auto">
          <a:xfrm>
            <a:off x="1550254" y="2422290"/>
            <a:ext cx="2397869" cy="200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04"/>
          <a:stretch>
            <a:fillRect/>
          </a:stretch>
        </p:blipFill>
        <p:spPr bwMode="auto">
          <a:xfrm>
            <a:off x="3948123" y="2408466"/>
            <a:ext cx="2464873" cy="207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上箭头 26"/>
          <p:cNvSpPr/>
          <p:nvPr/>
        </p:nvSpPr>
        <p:spPr>
          <a:xfrm>
            <a:off x="1938278" y="2038834"/>
            <a:ext cx="333128" cy="347361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33" name="Picture 2" descr="\\jaffle.cs.bham.ac.uk\students\xxw185\My Pictures\mesh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7" t="11225" r="17454" b="11226"/>
          <a:stretch/>
        </p:blipFill>
        <p:spPr bwMode="auto">
          <a:xfrm>
            <a:off x="8651543" y="2576956"/>
            <a:ext cx="2001726" cy="207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01" y="2511897"/>
            <a:ext cx="2260314" cy="2206295"/>
          </a:xfrm>
          <a:prstGeom prst="rect">
            <a:avLst/>
          </a:prstGeom>
        </p:spPr>
      </p:pic>
      <p:graphicFrame>
        <p:nvGraphicFramePr>
          <p:cNvPr id="35" name="图示 19"/>
          <p:cNvGraphicFramePr/>
          <p:nvPr/>
        </p:nvGraphicFramePr>
        <p:xfrm>
          <a:off x="1524001" y="1223756"/>
          <a:ext cx="9144000" cy="97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6" name="上箭头 26"/>
          <p:cNvSpPr/>
          <p:nvPr/>
        </p:nvSpPr>
        <p:spPr>
          <a:xfrm>
            <a:off x="4555941" y="2038834"/>
            <a:ext cx="333128" cy="347361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上箭头 26"/>
          <p:cNvSpPr/>
          <p:nvPr/>
        </p:nvSpPr>
        <p:spPr>
          <a:xfrm>
            <a:off x="7463794" y="2038833"/>
            <a:ext cx="333128" cy="347361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上箭头 26"/>
          <p:cNvSpPr/>
          <p:nvPr/>
        </p:nvSpPr>
        <p:spPr>
          <a:xfrm rot="12007714">
            <a:off x="9956615" y="2018146"/>
            <a:ext cx="333128" cy="849792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81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22DD0-28B9-C84A-B89B-9532F8D3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1178-CA4E-7448-0898-4437F3BC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segmented mask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455F18-8DDB-C49D-94F9-EAB039629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19"/>
          <a:stretch>
            <a:fillRect/>
          </a:stretch>
        </p:blipFill>
        <p:spPr bwMode="auto">
          <a:xfrm>
            <a:off x="661254" y="1799747"/>
            <a:ext cx="3659556" cy="3064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D82D4F5C-0037-82C2-1877-8E3297885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04"/>
          <a:stretch>
            <a:fillRect/>
          </a:stretch>
        </p:blipFill>
        <p:spPr bwMode="auto">
          <a:xfrm>
            <a:off x="4320810" y="1821372"/>
            <a:ext cx="3613364" cy="304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>
            <a:extLst>
              <a:ext uri="{FF2B5EF4-FFF2-40B4-BE49-F238E27FC236}">
                <a16:creationId xmlns:a16="http://schemas.microsoft.com/office/drawing/2014/main" id="{80897971-F7E2-DE88-08A5-7D7C218812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174" y="1908071"/>
            <a:ext cx="2966908" cy="28960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24A354-C29E-DF5B-271C-7D4D37A388B6}"/>
              </a:ext>
            </a:extLst>
          </p:cNvPr>
          <p:cNvSpPr txBox="1"/>
          <p:nvPr/>
        </p:nvSpPr>
        <p:spPr>
          <a:xfrm>
            <a:off x="1470212" y="4973159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MRI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F815F-A7D9-1450-ACA3-35F9F38973A9}"/>
              </a:ext>
            </a:extLst>
          </p:cNvPr>
          <p:cNvSpPr txBox="1"/>
          <p:nvPr/>
        </p:nvSpPr>
        <p:spPr>
          <a:xfrm>
            <a:off x="5253318" y="4973159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Tissue 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2B9595-3E64-8587-F35C-D696B90D619F}"/>
              </a:ext>
            </a:extLst>
          </p:cNvPr>
          <p:cNvSpPr txBox="1"/>
          <p:nvPr/>
        </p:nvSpPr>
        <p:spPr>
          <a:xfrm>
            <a:off x="8821271" y="5021456"/>
            <a:ext cx="1555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segmentation</a:t>
            </a:r>
          </a:p>
        </p:txBody>
      </p:sp>
    </p:spTree>
    <p:extLst>
      <p:ext uri="{BB962C8B-B14F-4D97-AF65-F5344CB8AC3E}">
        <p14:creationId xmlns:p14="http://schemas.microsoft.com/office/powerpoint/2010/main" val="203807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5481-DBD3-F4CA-4E23-6B31FD60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segmented mask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5107D2-5C86-ECC8-E42F-E26F196E9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968" y="1991135"/>
            <a:ext cx="5360422" cy="40203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4F83D-0618-2FAA-2003-274E6E9C5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Save as a 3D array, each voxel having a label (0-5) with 0 = air</a:t>
            </a:r>
          </a:p>
          <a:p>
            <a:r>
              <a:rPr lang="en-US" dirty="0"/>
              <a:t>Voxel size 1mm</a:t>
            </a:r>
            <a:r>
              <a:rPr lang="en-US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886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8A53-04AF-E6F4-2C1A-F93442AB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Optical Properties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32E1C8-D05F-B0CC-A0D2-426C9A550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35205"/>
              </p:ext>
            </p:extLst>
          </p:nvPr>
        </p:nvGraphicFramePr>
        <p:xfrm>
          <a:off x="838200" y="1828959"/>
          <a:ext cx="105156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14805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472669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115826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212781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81414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HbO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Hb (mM)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Sa (mm−1)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915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Skin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0.0313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100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Skull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0.0195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338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CSF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0.0083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54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Gray matter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1.73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65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White matter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0.0265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7569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5ADA74-E191-B93A-C4E9-681FFCE2464A}"/>
              </a:ext>
            </a:extLst>
          </p:cNvPr>
          <p:cNvSpPr txBox="1"/>
          <p:nvPr/>
        </p:nvSpPr>
        <p:spPr>
          <a:xfrm>
            <a:off x="484079" y="4820602"/>
            <a:ext cx="1122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convert to absorption and reduced scatter at any wavelength using Extinction Coefficients and Mie’s Theory</a:t>
            </a:r>
          </a:p>
        </p:txBody>
      </p:sp>
    </p:spTree>
    <p:extLst>
      <p:ext uri="{BB962C8B-B14F-4D97-AF65-F5344CB8AC3E}">
        <p14:creationId xmlns:p14="http://schemas.microsoft.com/office/powerpoint/2010/main" val="296571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C63A-8DB8-8293-9D07-D985102CB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Meshing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79E4E-DFD0-3373-85BD-41AE633DF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Adjust meshing resolution: smaller, higher density, typically ~1</a:t>
            </a:r>
          </a:p>
          <a:p>
            <a:pPr lvl="1"/>
            <a:r>
              <a:rPr lang="en-US" dirty="0"/>
              <a:t>Assuming voxel size of 1 mm in 3D mask</a:t>
            </a:r>
          </a:p>
          <a:p>
            <a:endParaRPr lang="en-US" dirty="0"/>
          </a:p>
          <a:p>
            <a:r>
              <a:rPr lang="en-US" dirty="0"/>
              <a:t>Higher density</a:t>
            </a:r>
          </a:p>
          <a:p>
            <a:pPr lvl="1"/>
            <a:r>
              <a:rPr lang="en-US" dirty="0"/>
              <a:t>Numerical stability</a:t>
            </a:r>
          </a:p>
          <a:p>
            <a:pPr lvl="1"/>
            <a:r>
              <a:rPr lang="en-US" dirty="0"/>
              <a:t>Longer computation time</a:t>
            </a:r>
          </a:p>
        </p:txBody>
      </p:sp>
    </p:spTree>
    <p:extLst>
      <p:ext uri="{BB962C8B-B14F-4D97-AF65-F5344CB8AC3E}">
        <p14:creationId xmlns:p14="http://schemas.microsoft.com/office/powerpoint/2010/main" val="382347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A4DB-1354-FDA2-3877-BD063283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Meshing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9761B-A276-EB5A-44C9-772AF86E3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248849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Error tends to zero as elements get smaller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5666C-D8BF-49BC-8716-46F120BD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625" y="2544242"/>
            <a:ext cx="4320000" cy="32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04BB5-574B-1498-6BFC-1309DC790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546" y="2545902"/>
            <a:ext cx="4320000" cy="324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A6DEE-2803-7C2E-AC91-84A63FCB2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000" y="2542084"/>
            <a:ext cx="43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85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6E820-90D1-65FA-A887-1DA4803D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Meshing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8A71-C428-7B32-C854-0A530A48F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Ensure a nice distribution of element sizes</a:t>
            </a:r>
          </a:p>
          <a:p>
            <a:pPr lvl="1"/>
            <a:r>
              <a:rPr lang="en-US" dirty="0"/>
              <a:t>Avoid a bi-modal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C1A67-3FB2-852A-6E83-991041D1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0" y="2950633"/>
            <a:ext cx="37338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3140-3DA1-AA2A-2656-4EE0030C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3F25-C5F5-3B71-C7DF-2C5D7320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7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14059</TotalTime>
  <Words>208</Words>
  <Application>Microsoft Macintosh PowerPoint</Application>
  <PresentationFormat>Widescreen</PresentationFormat>
  <Paragraphs>65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Garamond</vt:lpstr>
      <vt:lpstr>Times New Roman</vt:lpstr>
      <vt:lpstr>Office Theme</vt:lpstr>
      <vt:lpstr>Adult Head Model</vt:lpstr>
      <vt:lpstr>Model Creation and discretisation</vt:lpstr>
      <vt:lpstr>3D segmented mask</vt:lpstr>
      <vt:lpstr>3D segmented mask</vt:lpstr>
      <vt:lpstr>Optical Properties</vt:lpstr>
      <vt:lpstr>Meshing parameters</vt:lpstr>
      <vt:lpstr>Meshing resolution</vt:lpstr>
      <vt:lpstr>Meshing Quality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Rino Zheng</dc:creator>
  <cp:lastModifiedBy>Hamid Dehghani (Computer Science)</cp:lastModifiedBy>
  <cp:revision>104</cp:revision>
  <dcterms:created xsi:type="dcterms:W3CDTF">2025-01-11T13:11:44Z</dcterms:created>
  <dcterms:modified xsi:type="dcterms:W3CDTF">2026-10-14T01:16:03Z</dcterms:modified>
</cp:coreProperties>
</file>